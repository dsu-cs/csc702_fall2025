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4"/>
  </p:sldMasterIdLst>
  <p:sldIdLst>
    <p:sldId id="256" r:id="rId5"/>
    <p:sldId id="257" r:id="rId6"/>
    <p:sldId id="258" r:id="rId7"/>
    <p:sldId id="259" r:id="rId8"/>
    <p:sldId id="260" r:id="rId9"/>
    <p:sldId id="261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5356726-24B2-4E79-8617-F046D2C21A7B}" v="96" dt="2025-12-15T01:31:03.058"/>
    <p1510:client id="{487018E8-513D-49D0-A845-5180938998D9}" v="5" dt="2025-12-15T02:42:43.7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8D7368D-31D9-8101-473D-CD39E706FD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96401" y="3378954"/>
            <a:ext cx="6394567" cy="3479046"/>
          </a:xfrm>
          <a:custGeom>
            <a:avLst/>
            <a:gdLst>
              <a:gd name="connsiteX0" fmla="*/ 5171297 w 6394567"/>
              <a:gd name="connsiteY0" fmla="*/ 284 h 3479046"/>
              <a:gd name="connsiteX1" fmla="*/ 6394290 w 6394567"/>
              <a:gd name="connsiteY1" fmla="*/ 430072 h 3479046"/>
              <a:gd name="connsiteX2" fmla="*/ 6394567 w 6394567"/>
              <a:gd name="connsiteY2" fmla="*/ 430316 h 3479046"/>
              <a:gd name="connsiteX3" fmla="*/ 6394567 w 6394567"/>
              <a:gd name="connsiteY3" fmla="*/ 3479046 h 3479046"/>
              <a:gd name="connsiteX4" fmla="*/ 0 w 6394567"/>
              <a:gd name="connsiteY4" fmla="*/ 3479046 h 3479046"/>
              <a:gd name="connsiteX5" fmla="*/ 3916974 w 6394567"/>
              <a:gd name="connsiteY5" fmla="*/ 405504 h 3479046"/>
              <a:gd name="connsiteX6" fmla="*/ 3959456 w 6394567"/>
              <a:gd name="connsiteY6" fmla="*/ 373857 h 3479046"/>
              <a:gd name="connsiteX7" fmla="*/ 5052215 w 6394567"/>
              <a:gd name="connsiteY7" fmla="*/ 1756 h 3479046"/>
              <a:gd name="connsiteX8" fmla="*/ 5171297 w 6394567"/>
              <a:gd name="connsiteY8" fmla="*/ 284 h 3479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394567" h="3479046">
                <a:moveTo>
                  <a:pt x="5171297" y="284"/>
                </a:moveTo>
                <a:cubicBezTo>
                  <a:pt x="5607674" y="7531"/>
                  <a:pt x="6039042" y="153650"/>
                  <a:pt x="6394290" y="430072"/>
                </a:cubicBezTo>
                <a:lnTo>
                  <a:pt x="6394567" y="430316"/>
                </a:lnTo>
                <a:lnTo>
                  <a:pt x="6394567" y="3479046"/>
                </a:lnTo>
                <a:lnTo>
                  <a:pt x="0" y="3479046"/>
                </a:lnTo>
                <a:lnTo>
                  <a:pt x="3916974" y="405504"/>
                </a:lnTo>
                <a:lnTo>
                  <a:pt x="3959456" y="373857"/>
                </a:lnTo>
                <a:cubicBezTo>
                  <a:pt x="4291086" y="139664"/>
                  <a:pt x="4671097" y="17528"/>
                  <a:pt x="5052215" y="1756"/>
                </a:cubicBezTo>
                <a:cubicBezTo>
                  <a:pt x="5091916" y="114"/>
                  <a:pt x="5131627" y="-375"/>
                  <a:pt x="5171297" y="284"/>
                </a:cubicBezTo>
                <a:close/>
              </a:path>
            </a:pathLst>
          </a:custGeom>
          <a:gradFill>
            <a:gsLst>
              <a:gs pos="39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F32C74-82F4-2A29-889B-EF23CEE6AA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6801" y="1122363"/>
            <a:ext cx="6211185" cy="2305246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ACADD6-278F-604C-8A38-BBBAFC6754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6802" y="3549048"/>
            <a:ext cx="5029198" cy="1956278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43946B-3F5A-C916-B62B-8D5938EA8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86539F-2DB8-FCDA-C884-9C3CD29B8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DAA7B3-5D3B-D493-8F6F-1FEBB8576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6464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A4769-9A55-AF9B-4CE4-DFA07E711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45D9E-DBB4-B890-88D5-B4C03599EC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E15260-1C0B-A965-3114-D7C40D18B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AAF4D1-0334-3F24-69B4-06C7BD742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8BA76D-3B8B-429D-9B32-54D6A6297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93892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8D9C414-4A2F-78AF-ED60-6130D4C563B3}"/>
              </a:ext>
            </a:extLst>
          </p:cNvPr>
          <p:cNvSpPr/>
          <p:nvPr/>
        </p:nvSpPr>
        <p:spPr>
          <a:xfrm>
            <a:off x="6284115" y="3378954"/>
            <a:ext cx="5907885" cy="3479046"/>
          </a:xfrm>
          <a:custGeom>
            <a:avLst/>
            <a:gdLst>
              <a:gd name="connsiteX0" fmla="*/ 5171297 w 5907885"/>
              <a:gd name="connsiteY0" fmla="*/ 284 h 3479046"/>
              <a:gd name="connsiteX1" fmla="*/ 5813217 w 5907885"/>
              <a:gd name="connsiteY1" fmla="*/ 114238 h 3479046"/>
              <a:gd name="connsiteX2" fmla="*/ 5907885 w 5907885"/>
              <a:gd name="connsiteY2" fmla="*/ 151524 h 3479046"/>
              <a:gd name="connsiteX3" fmla="*/ 5907885 w 5907885"/>
              <a:gd name="connsiteY3" fmla="*/ 3479046 h 3479046"/>
              <a:gd name="connsiteX4" fmla="*/ 0 w 5907885"/>
              <a:gd name="connsiteY4" fmla="*/ 3479046 h 3479046"/>
              <a:gd name="connsiteX5" fmla="*/ 3916974 w 5907885"/>
              <a:gd name="connsiteY5" fmla="*/ 405504 h 3479046"/>
              <a:gd name="connsiteX6" fmla="*/ 3959456 w 5907885"/>
              <a:gd name="connsiteY6" fmla="*/ 373857 h 3479046"/>
              <a:gd name="connsiteX7" fmla="*/ 5052215 w 5907885"/>
              <a:gd name="connsiteY7" fmla="*/ 1756 h 3479046"/>
              <a:gd name="connsiteX8" fmla="*/ 5171297 w 5907885"/>
              <a:gd name="connsiteY8" fmla="*/ 284 h 3479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907885" h="3479046">
                <a:moveTo>
                  <a:pt x="5171297" y="284"/>
                </a:moveTo>
                <a:cubicBezTo>
                  <a:pt x="5389485" y="3908"/>
                  <a:pt x="5606422" y="42249"/>
                  <a:pt x="5813217" y="114238"/>
                </a:cubicBezTo>
                <a:lnTo>
                  <a:pt x="5907885" y="151524"/>
                </a:lnTo>
                <a:lnTo>
                  <a:pt x="5907885" y="3479046"/>
                </a:lnTo>
                <a:lnTo>
                  <a:pt x="0" y="3479046"/>
                </a:lnTo>
                <a:lnTo>
                  <a:pt x="3916974" y="405504"/>
                </a:lnTo>
                <a:lnTo>
                  <a:pt x="3959456" y="373857"/>
                </a:lnTo>
                <a:cubicBezTo>
                  <a:pt x="4291086" y="139664"/>
                  <a:pt x="4671097" y="17528"/>
                  <a:pt x="5052215" y="1756"/>
                </a:cubicBezTo>
                <a:cubicBezTo>
                  <a:pt x="5091916" y="114"/>
                  <a:pt x="5131627" y="-375"/>
                  <a:pt x="5171297" y="284"/>
                </a:cubicBezTo>
                <a:close/>
              </a:path>
            </a:pathLst>
          </a:custGeom>
          <a:gradFill>
            <a:gsLst>
              <a:gs pos="23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3410AE4-7FC7-589E-B6D3-0DA7B5FC5CE3}"/>
              </a:ext>
            </a:extLst>
          </p:cNvPr>
          <p:cNvSpPr/>
          <p:nvPr/>
        </p:nvSpPr>
        <p:spPr>
          <a:xfrm flipH="1" flipV="1">
            <a:off x="0" y="0"/>
            <a:ext cx="2923855" cy="1479128"/>
          </a:xfrm>
          <a:custGeom>
            <a:avLst/>
            <a:gdLst>
              <a:gd name="connsiteX0" fmla="*/ 2923855 w 2923855"/>
              <a:gd name="connsiteY0" fmla="*/ 1479128 h 1479128"/>
              <a:gd name="connsiteX1" fmla="*/ 0 w 2923855"/>
              <a:gd name="connsiteY1" fmla="*/ 1479128 h 1479128"/>
              <a:gd name="connsiteX2" fmla="*/ 1368245 w 2923855"/>
              <a:gd name="connsiteY2" fmla="*/ 405504 h 1479128"/>
              <a:gd name="connsiteX3" fmla="*/ 1410727 w 2923855"/>
              <a:gd name="connsiteY3" fmla="*/ 373857 h 1479128"/>
              <a:gd name="connsiteX4" fmla="*/ 2503486 w 2923855"/>
              <a:gd name="connsiteY4" fmla="*/ 1756 h 1479128"/>
              <a:gd name="connsiteX5" fmla="*/ 2622568 w 2923855"/>
              <a:gd name="connsiteY5" fmla="*/ 284 h 1479128"/>
              <a:gd name="connsiteX6" fmla="*/ 2785835 w 2923855"/>
              <a:gd name="connsiteY6" fmla="*/ 9494 h 1479128"/>
              <a:gd name="connsiteX7" fmla="*/ 2923855 w 2923855"/>
              <a:gd name="connsiteY7" fmla="*/ 28352 h 1479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23855" h="1479128">
                <a:moveTo>
                  <a:pt x="2923855" y="1479128"/>
                </a:moveTo>
                <a:lnTo>
                  <a:pt x="0" y="1479128"/>
                </a:lnTo>
                <a:lnTo>
                  <a:pt x="1368245" y="405504"/>
                </a:lnTo>
                <a:lnTo>
                  <a:pt x="1410727" y="373857"/>
                </a:lnTo>
                <a:cubicBezTo>
                  <a:pt x="1742357" y="139664"/>
                  <a:pt x="2122368" y="17528"/>
                  <a:pt x="2503486" y="1756"/>
                </a:cubicBezTo>
                <a:cubicBezTo>
                  <a:pt x="2543187" y="114"/>
                  <a:pt x="2582898" y="-375"/>
                  <a:pt x="2622568" y="284"/>
                </a:cubicBezTo>
                <a:cubicBezTo>
                  <a:pt x="2677115" y="1190"/>
                  <a:pt x="2731584" y="4266"/>
                  <a:pt x="2785835" y="9494"/>
                </a:cubicBezTo>
                <a:lnTo>
                  <a:pt x="2923855" y="28352"/>
                </a:lnTo>
                <a:close/>
              </a:path>
            </a:pathLst>
          </a:custGeom>
          <a:gradFill>
            <a:gsLst>
              <a:gs pos="33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381CBD-08D9-3C9A-7620-24F2D6404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709738"/>
            <a:ext cx="6455434" cy="2981274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D5AE2B-1716-CEEC-73F8-E81F591925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6800" y="4759252"/>
            <a:ext cx="5397260" cy="955748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CF3052-6EE8-979F-04FB-1B8DF81F29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986285-161A-6869-27C2-0A159C234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7ED64F-5DAB-238D-C34A-1DCCB1222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05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484D0-7460-7B08-F1EE-96EABE402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799" y="936841"/>
            <a:ext cx="10092477" cy="95366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80B7F9-8ECB-7079-A11E-51D3903E2B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66800" y="2117341"/>
            <a:ext cx="4809482" cy="37601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E97161-CAF5-CA48-D814-7ACD43AB99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9795" y="2117341"/>
            <a:ext cx="4809482" cy="37601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3BD680-4E7A-5155-3CAE-6BD44EE8B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6A152D-EFF2-B3AA-3F25-14E113673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BD6032-FD7A-BFFD-9BE5-48EDBEFBD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7138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47F4D-4855-340E-03F3-4860885EC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963283"/>
            <a:ext cx="10096500" cy="9160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CEB472-7426-C288-B5F6-0A1232DCED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6801" y="1879287"/>
            <a:ext cx="4739628" cy="582117"/>
          </a:xfrm>
        </p:spPr>
        <p:txBody>
          <a:bodyPr anchor="b">
            <a:noAutofit/>
          </a:bodyPr>
          <a:lstStyle>
            <a:lvl1pPr marL="0" indent="0">
              <a:buNone/>
              <a:defRPr sz="1400" b="1" cap="all" spc="25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194F9C-B6FA-97C3-F618-0CF956CB53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66801" y="2505075"/>
            <a:ext cx="4739628" cy="33896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F5665C-7910-AFA2-350F-42C06ED5AF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00330" y="1879287"/>
            <a:ext cx="4762970" cy="582117"/>
          </a:xfrm>
        </p:spPr>
        <p:txBody>
          <a:bodyPr anchor="b">
            <a:noAutofit/>
          </a:bodyPr>
          <a:lstStyle>
            <a:lvl1pPr marL="0" indent="0">
              <a:buNone/>
              <a:defRPr sz="1400" b="1" cap="all" spc="25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71352E-1DE0-F0CD-6F81-1D8FF59C2B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00330" y="2505075"/>
            <a:ext cx="4762970" cy="33896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38F7E4-7D9E-4736-3269-4F0C46996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386CF-9A84-8D2A-BC47-C951DD994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80844D-FE1F-49E7-3BBD-527FB72EC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7145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F691C-93A5-1364-00A9-A470C289F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357223"/>
            <a:ext cx="8886884" cy="1043078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E055BD-4154-B9D1-0B5B-B1E3A06B6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2A9E4A-03D1-7A8B-233D-014A3248F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2CEFC4-D276-DF45-F395-F5BD2EA70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3171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12C0AD-76F4-FCE4-2717-0A9AA4351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83BB66-3F41-7F1D-5108-B3F679A88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AA6DA0-07AE-4BE4-B82F-7936D0E3E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7909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BFB75-C953-0BD0-4E2E-717767426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770626"/>
            <a:ext cx="3705225" cy="1286774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E1AA52-60F3-40F2-673B-5848F4253F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75426"/>
            <a:ext cx="5980112" cy="476837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0167E8-C561-5A72-AED3-442F66DDEE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66800" y="2057400"/>
            <a:ext cx="370522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DBFED3-7CB3-1B8B-9504-13A121CAD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2456C9-19A0-4441-B1AF-B7AFBF642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8898EA-84CC-411C-0012-D31495369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7232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C1E10-1458-2553-05B4-313F7E26D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782128"/>
            <a:ext cx="3705225" cy="1275272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C0F677-F177-6DED-1920-685B9D9FF2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143000"/>
            <a:ext cx="5980112" cy="4572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4D1CB1-2109-480E-8904-4077C94D6E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66800" y="2057400"/>
            <a:ext cx="3705225" cy="36576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B0DB38-7CB9-2140-BC21-6D2E7DD0B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B448AD-3B1D-4B5E-CAB9-BB5FD2CDE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EEF53D-CF5A-87A2-E973-3B8CCDEBA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8558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50D2E-0561-F284-F89A-AAE3CD09A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936841"/>
            <a:ext cx="10239338" cy="95366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657C4C-16EC-2477-6332-830F53011D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69848" y="2139696"/>
            <a:ext cx="10239338" cy="367768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0940D3-6996-1C08-F1AF-87C354657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3676C3-588F-B636-8CE0-AA2CBFBCE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EF8A9-EB1E-B344-A4B8-B58D06336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6974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EF3A28-33E4-2796-AE7A-1234569F5C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844950" y="1081177"/>
            <a:ext cx="2508849" cy="463382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D185FC-2BBB-E997-A5CD-F2C6CF6B7C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66800" y="1081177"/>
            <a:ext cx="7505700" cy="463382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314B3C-96CD-071C-C2AD-2C7E04F81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A2B04-F5E0-C5A3-C77D-6AE9A9E91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155BC2-C712-C4A4-50EC-E10D88344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8980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1F4A25-A386-9574-775C-E5E5F9FC3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936841"/>
            <a:ext cx="8886884" cy="9536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F7885F-2B7B-74DB-9996-E0ACEBC9DB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9848" y="2139696"/>
            <a:ext cx="8883836" cy="36776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04F519-BA47-2B81-CC1C-7E1F119EC6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477379" y="4629744"/>
            <a:ext cx="26535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E351CED-465B-40B5-ADCE-957C918F227B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952D7B-C352-1630-4C3D-7D5983C04D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610602" y="6318446"/>
            <a:ext cx="27431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6E04F0-DF9B-480B-CC46-BAE7A81FB7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6318446"/>
            <a:ext cx="61569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tx1"/>
                </a:solidFill>
              </a:defRPr>
            </a:lvl1pPr>
          </a:lstStyle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394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1" r:id="rId6"/>
    <p:sldLayoutId id="2147483727" r:id="rId7"/>
    <p:sldLayoutId id="2147483728" r:id="rId8"/>
    <p:sldLayoutId id="2147483729" r:id="rId9"/>
    <p:sldLayoutId id="2147483730" r:id="rId10"/>
    <p:sldLayoutId id="214748373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defTabSz="914400" rtl="0" eaLnBrk="1" latinLnBrk="0" hangingPunct="1">
        <a:lnSpc>
          <a:spcPct val="120000"/>
        </a:lnSpc>
        <a:spcBef>
          <a:spcPts val="500"/>
        </a:spcBef>
        <a:buFont typeface="Neue Haas Grotesk Text Pro" panose="020B05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Neue Haas Grotesk Text Pro" panose="020B0504020202020204" pitchFamily="34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668B51F-0397-D568-D929-A4F9A9CC47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Neon laser lights aligned to form a triangle">
            <a:extLst>
              <a:ext uri="{FF2B5EF4-FFF2-40B4-BE49-F238E27FC236}">
                <a16:creationId xmlns:a16="http://schemas.microsoft.com/office/drawing/2014/main" id="{CEBA55BD-3E89-86DE-7710-0B1768BCF50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915" b="1085"/>
          <a:stretch>
            <a:fillRect/>
          </a:stretch>
        </p:blipFill>
        <p:spPr>
          <a:xfrm>
            <a:off x="20" y="10"/>
            <a:ext cx="12191979" cy="6857989"/>
          </a:xfrm>
          <a:prstGeom prst="rect">
            <a:avLst/>
          </a:prstGeom>
        </p:spPr>
      </p:pic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0F200B6-228D-F4F2-C6FF-D4257EC205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540000" flipH="1">
            <a:off x="4556932" y="3127849"/>
            <a:ext cx="7654355" cy="3796328"/>
          </a:xfrm>
          <a:custGeom>
            <a:avLst/>
            <a:gdLst>
              <a:gd name="connsiteX0" fmla="*/ 1835852 w 7654355"/>
              <a:gd name="connsiteY0" fmla="*/ 1549 h 3796328"/>
              <a:gd name="connsiteX1" fmla="*/ 20604 w 7654355"/>
              <a:gd name="connsiteY1" fmla="*/ 803783 h 3796328"/>
              <a:gd name="connsiteX2" fmla="*/ 0 w 7654355"/>
              <a:gd name="connsiteY2" fmla="*/ 826352 h 3796328"/>
              <a:gd name="connsiteX3" fmla="*/ 51841 w 7654355"/>
              <a:gd name="connsiteY3" fmla="*/ 3796328 h 3796328"/>
              <a:gd name="connsiteX4" fmla="*/ 7654355 w 7654355"/>
              <a:gd name="connsiteY4" fmla="*/ 3663625 h 3796328"/>
              <a:gd name="connsiteX5" fmla="*/ 3473222 w 7654355"/>
              <a:gd name="connsiteY5" fmla="*/ 499129 h 3796328"/>
              <a:gd name="connsiteX6" fmla="*/ 3417360 w 7654355"/>
              <a:gd name="connsiteY6" fmla="*/ 459014 h 3796328"/>
              <a:gd name="connsiteX7" fmla="*/ 1990462 w 7654355"/>
              <a:gd name="connsiteY7" fmla="*/ 763 h 3796328"/>
              <a:gd name="connsiteX8" fmla="*/ 1835852 w 7654355"/>
              <a:gd name="connsiteY8" fmla="*/ 1549 h 3796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54355" h="3796328">
                <a:moveTo>
                  <a:pt x="1835852" y="1549"/>
                </a:moveTo>
                <a:cubicBezTo>
                  <a:pt x="1166613" y="24353"/>
                  <a:pt x="510847" y="298769"/>
                  <a:pt x="20604" y="803783"/>
                </a:cubicBezTo>
                <a:lnTo>
                  <a:pt x="0" y="826352"/>
                </a:lnTo>
                <a:lnTo>
                  <a:pt x="51841" y="3796328"/>
                </a:lnTo>
                <a:lnTo>
                  <a:pt x="7654355" y="3663625"/>
                </a:lnTo>
                <a:lnTo>
                  <a:pt x="3473222" y="499129"/>
                </a:lnTo>
                <a:lnTo>
                  <a:pt x="3417360" y="459014"/>
                </a:lnTo>
                <a:cubicBezTo>
                  <a:pt x="2981578" y="162529"/>
                  <a:pt x="2485536" y="12600"/>
                  <a:pt x="1990462" y="763"/>
                </a:cubicBezTo>
                <a:cubicBezTo>
                  <a:pt x="1938891" y="-470"/>
                  <a:pt x="1887332" y="-206"/>
                  <a:pt x="1835852" y="1549"/>
                </a:cubicBezTo>
                <a:close/>
              </a:path>
            </a:pathLst>
          </a:custGeom>
          <a:gradFill>
            <a:gsLst>
              <a:gs pos="22000">
                <a:schemeClr val="bg2">
                  <a:alpha val="80000"/>
                </a:schemeClr>
              </a:gs>
              <a:gs pos="100000">
                <a:schemeClr val="accent1">
                  <a:lumMod val="60000"/>
                  <a:lumOff val="40000"/>
                  <a:alpha val="8400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92F78B-C4F9-B9F7-B7B5-5C0E90A830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28164" y="4906317"/>
            <a:ext cx="4224916" cy="1232744"/>
          </a:xfrm>
        </p:spPr>
        <p:txBody>
          <a:bodyPr anchor="ctr">
            <a:normAutofit/>
          </a:bodyPr>
          <a:lstStyle/>
          <a:p>
            <a:pPr algn="r"/>
            <a:r>
              <a:rPr lang="en-US" sz="3200"/>
              <a:t>Play by Play Commentary with AI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EC8175-BD6F-3D95-EEA0-79AA92979C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10281" y="3847907"/>
            <a:ext cx="3129921" cy="1010882"/>
          </a:xfrm>
        </p:spPr>
        <p:txBody>
          <a:bodyPr anchor="b">
            <a:normAutofit/>
          </a:bodyPr>
          <a:lstStyle/>
          <a:p>
            <a:pPr algn="r"/>
            <a:r>
              <a:rPr lang="en-US"/>
              <a:t>Lucas and Sam</a:t>
            </a:r>
          </a:p>
        </p:txBody>
      </p:sp>
    </p:spTree>
    <p:extLst>
      <p:ext uri="{BB962C8B-B14F-4D97-AF65-F5344CB8AC3E}">
        <p14:creationId xmlns:p14="http://schemas.microsoft.com/office/powerpoint/2010/main" val="13356657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F4724-881B-5644-9868-2EEA823A5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Using BLIP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7D836D-3A94-B98A-7BB9-3101CD5DF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Zero-Shot frame descriptions</a:t>
            </a:r>
          </a:p>
          <a:p>
            <a:r>
              <a:rPr lang="en-US" dirty="0"/>
              <a:t>No Pre-defined descriptions required</a:t>
            </a:r>
          </a:p>
        </p:txBody>
      </p:sp>
    </p:spTree>
    <p:extLst>
      <p:ext uri="{BB962C8B-B14F-4D97-AF65-F5344CB8AC3E}">
        <p14:creationId xmlns:p14="http://schemas.microsoft.com/office/powerpoint/2010/main" val="22178915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8C753-D379-2A19-EF9E-9BB1D1249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Using CLIP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0E743B-2594-894E-FF57-DD09F9511A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Action list with subcategories</a:t>
            </a:r>
          </a:p>
          <a:p>
            <a:r>
              <a:rPr lang="en-US"/>
              <a:t>Action list with no subcategories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3CEEB7-A8E9-4D5E-72D8-AF30A5ADDC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4887" y="4560982"/>
            <a:ext cx="6487113" cy="2297017"/>
          </a:xfrm>
          <a:prstGeom prst="rect">
            <a:avLst/>
          </a:prstGeo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9DA51D1-9218-C011-14C7-69A09C7A47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125670"/>
            <a:ext cx="5697538" cy="2822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42686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EF166-84DD-A860-E4E8-F87B1E776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Vision Model - </a:t>
            </a:r>
            <a:r>
              <a:rPr lang="en-US" err="1"/>
              <a:t>VideoMAE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F1CE8B-EA33-366E-2733-E254DB6B87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Takes descriptions like CLIP</a:t>
            </a:r>
          </a:p>
          <a:p>
            <a:r>
              <a:rPr lang="en-US"/>
              <a:t>Designed to work with video and action</a:t>
            </a:r>
          </a:p>
        </p:txBody>
      </p:sp>
    </p:spTree>
    <p:extLst>
      <p:ext uri="{BB962C8B-B14F-4D97-AF65-F5344CB8AC3E}">
        <p14:creationId xmlns:p14="http://schemas.microsoft.com/office/powerpoint/2010/main" val="4835710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E9FDB-A5A1-0DCA-E87B-895002690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Audio Generation and Video Compilation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978E5D-4870-EAFF-4B49-C2E6C91E6B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Generate commentary using Gemini</a:t>
            </a:r>
          </a:p>
          <a:p>
            <a:r>
              <a:rPr lang="en-US"/>
              <a:t>Feed into Suno/Bark </a:t>
            </a:r>
          </a:p>
          <a:p>
            <a:r>
              <a:rPr lang="en-US"/>
              <a:t>Overlay Audio with Original Clip </a:t>
            </a:r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2706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A953A-2951-67D1-7189-8BAFAD4AE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3C938-33B8-B79D-1FAB-7268DB972C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BLIP performed the best </a:t>
            </a:r>
          </a:p>
          <a:p>
            <a:r>
              <a:rPr lang="en-US"/>
              <a:t>CLIP has decent results</a:t>
            </a:r>
          </a:p>
        </p:txBody>
      </p:sp>
      <p:pic>
        <p:nvPicPr>
          <p:cNvPr id="4" name="blip_test">
            <a:hlinkClick r:id="" action="ppaction://media"/>
            <a:extLst>
              <a:ext uri="{FF2B5EF4-FFF2-40B4-BE49-F238E27FC236}">
                <a16:creationId xmlns:a16="http://schemas.microsoft.com/office/drawing/2014/main" id="{A38F59BD-6B04-DD85-7AE2-7FEEA9320429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199961" y="2487976"/>
            <a:ext cx="6992039" cy="4370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852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53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SwellVTI">
  <a:themeElements>
    <a:clrScheme name="Swell">
      <a:dk1>
        <a:sysClr val="windowText" lastClr="000000"/>
      </a:dk1>
      <a:lt1>
        <a:sysClr val="window" lastClr="FFFFFF"/>
      </a:lt1>
      <a:dk2>
        <a:srgbClr val="233B47"/>
      </a:dk2>
      <a:lt2>
        <a:srgbClr val="FEEFD9"/>
      </a:lt2>
      <a:accent1>
        <a:srgbClr val="16AEA7"/>
      </a:accent1>
      <a:accent2>
        <a:srgbClr val="618F88"/>
      </a:accent2>
      <a:accent3>
        <a:srgbClr val="7A9973"/>
      </a:accent3>
      <a:accent4>
        <a:srgbClr val="8AAE8E"/>
      </a:accent4>
      <a:accent5>
        <a:srgbClr val="EB8F60"/>
      </a:accent5>
      <a:accent6>
        <a:srgbClr val="E57A6F"/>
      </a:accent6>
      <a:hlink>
        <a:srgbClr val="13968F"/>
      </a:hlink>
      <a:folHlink>
        <a:srgbClr val="E56152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wellVTI" id="{8361A04D-931A-43DC-973B-1B0B1DD5DECC}" vid="{6DDB23E8-D18E-4BDA-98D6-324466149EBD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3bd3fde6-d3d9-43c8-9d11-50c07a7dfcd1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83210C9A9059F418E334188919FF9D7" ma:contentTypeVersion="15" ma:contentTypeDescription="Create a new document." ma:contentTypeScope="" ma:versionID="24f64bab703a8de31468bfcba7b4b78e">
  <xsd:schema xmlns:xsd="http://www.w3.org/2001/XMLSchema" xmlns:xs="http://www.w3.org/2001/XMLSchema" xmlns:p="http://schemas.microsoft.com/office/2006/metadata/properties" xmlns:ns3="3bd3fde6-d3d9-43c8-9d11-50c07a7dfcd1" targetNamespace="http://schemas.microsoft.com/office/2006/metadata/properties" ma:root="true" ma:fieldsID="3912f3534dfef891f08a2e7a47e70707" ns3:_="">
    <xsd:import namespace="3bd3fde6-d3d9-43c8-9d11-50c07a7dfcd1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3:MediaServiceSystemTags" minOccurs="0"/>
                <xsd:element ref="ns3:MediaLengthInSecond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d3fde6-d3d9-43c8-9d11-50c07a7dfcd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9" nillable="true" ma:displayName="_activity" ma:hidden="true" ma:internalName="_activity">
      <xsd:simpleType>
        <xsd:restriction base="dms:Note"/>
      </xsd:simpleType>
    </xsd:element>
    <xsd:element name="MediaServiceSystemTags" ma:index="20" nillable="true" ma:displayName="MediaServiceSystemTags" ma:hidden="true" ma:internalName="MediaServiceSystemTags" ma:readOnly="true">
      <xsd:simpleType>
        <xsd:restriction base="dms:Note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2" nillable="true" ma:displayName="Location" ma:description="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41E082E-1C74-494C-99BF-5AEAFE2DC803}">
  <ds:schemaRefs>
    <ds:schemaRef ds:uri="3bd3fde6-d3d9-43c8-9d11-50c07a7dfcd1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878E932C-A659-4694-954A-9AB1A17D1B1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3C532B6-B406-46BF-8460-8DAB0E8501BB}">
  <ds:schemaRefs>
    <ds:schemaRef ds:uri="3bd3fde6-d3d9-43c8-9d11-50c07a7dfcd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6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SwellVTI</vt:lpstr>
      <vt:lpstr>Play by Play Commentary with AI</vt:lpstr>
      <vt:lpstr>Using BLIP</vt:lpstr>
      <vt:lpstr>Using CLIP Models</vt:lpstr>
      <vt:lpstr>Vision Model - VideoMAE</vt:lpstr>
      <vt:lpstr>Audio Generation and Video Compilation</vt:lpstr>
      <vt:lpstr>Results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Harr, Lucas</dc:creator>
  <cp:revision>5</cp:revision>
  <dcterms:created xsi:type="dcterms:W3CDTF">2025-12-14T22:37:13Z</dcterms:created>
  <dcterms:modified xsi:type="dcterms:W3CDTF">2025-12-15T02:44:55Z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0x010100183210C9A9059F418E334188919FF9D7</vt:lpwstr>
  </property>
</Properties>
</file>